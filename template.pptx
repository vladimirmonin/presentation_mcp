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  <a:srgbClr val="FFC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72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Layout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E0AEEBFA-CB75-49B9-5C2E-323EA8BB96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8940" y="220134"/>
            <a:ext cx="3175000" cy="440266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chemeClr val="bg2"/>
                </a:solidFill>
              </a:defRPr>
            </a:lvl1pPr>
            <a:lvl2pPr>
              <a:buNone/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3866A091-74E2-4D73-2E8C-1A645E93C7DF}"/>
              </a:ext>
            </a:extLst>
          </p:cNvPr>
          <p:cNvSpPr/>
          <p:nvPr userDrawn="1"/>
        </p:nvSpPr>
        <p:spPr>
          <a:xfrm>
            <a:off x="110067" y="135467"/>
            <a:ext cx="609600" cy="609600"/>
          </a:xfrm>
          <a:prstGeom prst="ellipse">
            <a:avLst/>
          </a:prstGeom>
          <a:solidFill>
            <a:srgbClr val="FFCB25"/>
          </a:solidFill>
          <a:ln>
            <a:solidFill>
              <a:srgbClr val="FFCB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8DF9EF-9D55-2A9F-9C9B-69B126EFC6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1138" y="266435"/>
            <a:ext cx="457729" cy="347663"/>
          </a:xfrm>
          <a:prstGeom prst="rect">
            <a:avLst/>
          </a:prstGeom>
        </p:spPr>
        <p:txBody>
          <a:bodyPr/>
          <a:lstStyle>
            <a:lvl1pPr algn="ctr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871D25E7-9D6A-6653-BAA5-8D5DC34B0E95}"/>
              </a:ext>
            </a:extLst>
          </p:cNvPr>
          <p:cNvSpPr/>
          <p:nvPr userDrawn="1"/>
        </p:nvSpPr>
        <p:spPr>
          <a:xfrm>
            <a:off x="151872" y="3856036"/>
            <a:ext cx="2917296" cy="2917296"/>
          </a:xfrm>
          <a:prstGeom prst="ellipse">
            <a:avLst/>
          </a:prstGeom>
          <a:solidFill>
            <a:srgbClr val="FFCB25"/>
          </a:solidFill>
          <a:ln>
            <a:solidFill>
              <a:srgbClr val="FFCB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0479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48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VideoLayout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2" baseType="lpstr">
      <vt:lpstr>Arial</vt:lpstr>
      <vt:lpstr>VideoLayout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Монин Владимир Александрович</dc:creator>
  <cp:lastModifiedBy>Монин Владимир Александрович</cp:lastModifiedBy>
  <cp:revision>1</cp:revision>
  <dcterms:created xsi:type="dcterms:W3CDTF">2025-11-07T18:39:53Z</dcterms:created>
  <dcterms:modified xsi:type="dcterms:W3CDTF">2025-11-07T19:00:01Z</dcterms:modified>
</cp:coreProperties>
</file>