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C6D"/>
    <a:srgbClr val="FFCB25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Layout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E0AEEBFA-CB75-49B9-5C2E-323EA8BB96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51" y="1149503"/>
            <a:ext cx="5316049" cy="1821711"/>
          </a:xfrm>
          <a:prstGeom prst="rect">
            <a:avLst/>
          </a:prstGeom>
        </p:spPr>
        <p:txBody>
          <a:bodyPr/>
          <a:lstStyle>
            <a:lvl1pPr algn="ctr">
              <a:buNone/>
              <a:defRPr sz="4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в несколько строк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3866A091-74E2-4D73-2E8C-1A645E93C7DF}"/>
              </a:ext>
            </a:extLst>
          </p:cNvPr>
          <p:cNvSpPr/>
          <p:nvPr userDrawn="1"/>
        </p:nvSpPr>
        <p:spPr>
          <a:xfrm>
            <a:off x="218044" y="5108597"/>
            <a:ext cx="1638621" cy="1638621"/>
          </a:xfrm>
          <a:prstGeom prst="ellipse">
            <a:avLst/>
          </a:prstGeom>
          <a:solidFill>
            <a:srgbClr val="FFDC6D"/>
          </a:solidFill>
          <a:ln>
            <a:solidFill>
              <a:srgbClr val="FFDC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8DF9EF-9D55-2A9F-9C9B-69B126EFC6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5781" y="5552553"/>
            <a:ext cx="1323145" cy="795402"/>
          </a:xfrm>
          <a:prstGeom prst="rect">
            <a:avLst/>
          </a:prstGeom>
        </p:spPr>
        <p:txBody>
          <a:bodyPr/>
          <a:lstStyle>
            <a:lvl1pPr algn="ctr">
              <a:buNone/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#No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0C33DB1-C206-3253-824A-17FAFA389F23}"/>
              </a:ext>
            </a:extLst>
          </p:cNvPr>
          <p:cNvSpPr/>
          <p:nvPr userDrawn="1"/>
        </p:nvSpPr>
        <p:spPr>
          <a:xfrm>
            <a:off x="5334000" y="0"/>
            <a:ext cx="6858000" cy="6858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A14CC0A4-30EA-870B-1E4D-B3E6B3D3E0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51" y="3429000"/>
            <a:ext cx="5316049" cy="1638621"/>
          </a:xfrm>
          <a:prstGeom prst="rect">
            <a:avLst/>
          </a:prstGeom>
        </p:spPr>
        <p:txBody>
          <a:bodyPr/>
          <a:lstStyle>
            <a:lvl1pPr algn="ctr">
              <a:buNone/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в несколько строк</a:t>
            </a:r>
          </a:p>
          <a:p>
            <a:pPr lvl="0"/>
            <a:r>
              <a:rPr lang="ru-RU" dirty="0"/>
              <a:t>Подходит для подзаголовка,</a:t>
            </a:r>
          </a:p>
          <a:p>
            <a:pPr lvl="0"/>
            <a:r>
              <a:rPr lang="ru-RU" dirty="0"/>
              <a:t>Из трех строк или около того.</a:t>
            </a:r>
          </a:p>
        </p:txBody>
      </p:sp>
    </p:spTree>
    <p:extLst>
      <p:ext uri="{BB962C8B-B14F-4D97-AF65-F5344CB8AC3E}">
        <p14:creationId xmlns:p14="http://schemas.microsoft.com/office/powerpoint/2010/main" val="2840479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48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VideoLayout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0</Words>
  <Application>Microsoft Office PowerPoint</Application>
  <PresentationFormat>Широкоэкранный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2" baseType="lpstr">
      <vt:lpstr>Arial</vt:lpstr>
      <vt:lpstr>VideoLayout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Монин Владимир Александрович</dc:creator>
  <cp:lastModifiedBy>Монин Владимир Александрович</cp:lastModifiedBy>
  <cp:revision>2</cp:revision>
  <dcterms:created xsi:type="dcterms:W3CDTF">2025-11-07T18:39:53Z</dcterms:created>
  <dcterms:modified xsi:type="dcterms:W3CDTF">2025-11-19T12:42:09Z</dcterms:modified>
</cp:coreProperties>
</file>