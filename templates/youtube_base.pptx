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B25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14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Layou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E0AEEBFA-CB75-49B9-5C2E-323EA8BB96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8940" y="220134"/>
            <a:ext cx="3175000" cy="440266"/>
          </a:xfrm>
          <a:prstGeom prst="rect">
            <a:avLst/>
          </a:prstGeom>
        </p:spPr>
        <p:txBody>
          <a:bodyPr/>
          <a:lstStyle>
            <a:lvl1pPr>
              <a:buNone/>
              <a:defRPr sz="2400">
                <a:solidFill>
                  <a:schemeClr val="bg2"/>
                </a:solidFill>
              </a:defRPr>
            </a:lvl1pPr>
            <a:lvl2pPr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3866A091-74E2-4D73-2E8C-1A645E93C7DF}"/>
              </a:ext>
            </a:extLst>
          </p:cNvPr>
          <p:cNvSpPr/>
          <p:nvPr userDrawn="1"/>
        </p:nvSpPr>
        <p:spPr>
          <a:xfrm>
            <a:off x="110067" y="135467"/>
            <a:ext cx="609600" cy="609600"/>
          </a:xfrm>
          <a:prstGeom prst="ellipse">
            <a:avLst/>
          </a:prstGeom>
          <a:solidFill>
            <a:srgbClr val="FFCB25"/>
          </a:solidFill>
          <a:ln>
            <a:solidFill>
              <a:srgbClr val="FFC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8DF9EF-9D55-2A9F-9C9B-69B126EFC6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1138" y="266435"/>
            <a:ext cx="457729" cy="347663"/>
          </a:xfrm>
          <a:prstGeom prst="rect">
            <a:avLst/>
          </a:prstGeom>
        </p:spPr>
        <p:txBody>
          <a:bodyPr/>
          <a:lstStyle>
            <a:lvl1pPr algn="ctr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71D25E7-9D6A-6653-BAA5-8D5DC34B0E95}"/>
              </a:ext>
            </a:extLst>
          </p:cNvPr>
          <p:cNvSpPr/>
          <p:nvPr userDrawn="1"/>
        </p:nvSpPr>
        <p:spPr>
          <a:xfrm>
            <a:off x="151872" y="3856036"/>
            <a:ext cx="2917296" cy="2917296"/>
          </a:xfrm>
          <a:prstGeom prst="ellipse">
            <a:avLst/>
          </a:prstGeom>
          <a:solidFill>
            <a:srgbClr val="FFCB25"/>
          </a:solidFill>
          <a:ln>
            <a:solidFill>
              <a:srgbClr val="FFC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479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Layout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E0AEEBFA-CB75-49B9-5C2E-323EA8BB9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41176"/>
            <a:ext cx="5339166" cy="2545339"/>
          </a:xfrm>
          <a:prstGeom prst="rect">
            <a:avLst/>
          </a:prstGeom>
        </p:spPr>
        <p:txBody>
          <a:bodyPr/>
          <a:lstStyle>
            <a:lvl1pPr algn="ctr">
              <a:buNone/>
              <a:defRPr sz="4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Заголовок в несколько </a:t>
            </a:r>
          </a:p>
          <a:p>
            <a:pPr lvl="0"/>
            <a:r>
              <a:rPr lang="ru-RU" dirty="0"/>
              <a:t>Строк текста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871D25E7-9D6A-6653-BAA5-8D5DC34B0E95}"/>
              </a:ext>
            </a:extLst>
          </p:cNvPr>
          <p:cNvSpPr/>
          <p:nvPr userDrawn="1"/>
        </p:nvSpPr>
        <p:spPr>
          <a:xfrm>
            <a:off x="375757" y="5023900"/>
            <a:ext cx="1538032" cy="1538032"/>
          </a:xfrm>
          <a:prstGeom prst="ellipse">
            <a:avLst/>
          </a:prstGeom>
          <a:solidFill>
            <a:srgbClr val="FFCB25"/>
          </a:solidFill>
          <a:ln>
            <a:solidFill>
              <a:srgbClr val="FFCB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0D6DF13A-EA07-2898-D4E3-8F824E2857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1067" y="5439833"/>
            <a:ext cx="1312333" cy="772447"/>
          </a:xfrm>
          <a:prstGeom prst="rect">
            <a:avLst/>
          </a:prstGeom>
        </p:spPr>
        <p:txBody>
          <a:bodyPr/>
          <a:lstStyle>
            <a:lvl1pPr algn="ctr">
              <a:buNone/>
              <a:defRPr sz="5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#2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44C99D-70F2-04E7-610F-0023C0151DBB}"/>
              </a:ext>
            </a:extLst>
          </p:cNvPr>
          <p:cNvSpPr/>
          <p:nvPr userDrawn="1"/>
        </p:nvSpPr>
        <p:spPr>
          <a:xfrm>
            <a:off x="5339166" y="0"/>
            <a:ext cx="6852834" cy="6852834"/>
          </a:xfrm>
          <a:prstGeom prst="rect">
            <a:avLst/>
          </a:prstGeom>
          <a:solidFill>
            <a:srgbClr val="FFCB2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Текст 5">
            <a:extLst>
              <a:ext uri="{FF2B5EF4-FFF2-40B4-BE49-F238E27FC236}">
                <a16:creationId xmlns:a16="http://schemas.microsoft.com/office/drawing/2014/main" id="{632E7B69-AAB5-2458-89E0-3726D5CBC6A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3404716"/>
            <a:ext cx="5339166" cy="1538032"/>
          </a:xfrm>
          <a:prstGeom prst="rect">
            <a:avLst/>
          </a:prstGeom>
        </p:spPr>
        <p:txBody>
          <a:bodyPr/>
          <a:lstStyle>
            <a:lvl1pPr algn="ctr">
              <a:buNone/>
              <a:defRPr sz="2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Подзаголовок в несколько строк</a:t>
            </a:r>
          </a:p>
          <a:p>
            <a:pPr lvl="0"/>
            <a:r>
              <a:rPr lang="ru-RU" dirty="0"/>
              <a:t>Подходит для подзаголовка в </a:t>
            </a:r>
          </a:p>
          <a:p>
            <a:pPr lvl="0"/>
            <a:r>
              <a:rPr lang="ru-RU" dirty="0"/>
              <a:t>Три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2772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4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VideoLayout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2" baseType="lpstr">
      <vt:lpstr>Arial</vt:lpstr>
      <vt:lpstr>VideoLayout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Монин Владимир Александрович</dc:creator>
  <cp:lastModifiedBy>Монин Владимир Александрович</cp:lastModifiedBy>
  <cp:revision>2</cp:revision>
  <dcterms:created xsi:type="dcterms:W3CDTF">2025-11-07T18:39:53Z</dcterms:created>
  <dcterms:modified xsi:type="dcterms:W3CDTF">2025-11-19T13:46:44Z</dcterms:modified>
</cp:coreProperties>
</file>