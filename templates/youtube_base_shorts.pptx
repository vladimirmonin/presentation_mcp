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Sz cx="6858000" cy="12192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CB25"/>
    <a:srgbClr val="21212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MasterView">
  <p:normalViewPr>
    <p:restoredLeft sz="12780" autoAdjust="0"/>
    <p:restoredTop sz="94669" autoAdjust="0"/>
  </p:normalViewPr>
  <p:slideViewPr>
    <p:cSldViewPr snapToGrid="0">
      <p:cViewPr varScale="1">
        <p:scale>
          <a:sx n="91" d="100"/>
          <a:sy n="91" d="100"/>
        </p:scale>
        <p:origin x="4672" y="84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viewProps" Target="viewProps.xml"/><Relationship Id="rId2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5" Type="http://schemas.openxmlformats.org/officeDocument/2006/relationships/tableStyles" Target="tableStyles.xml"/><Relationship Id="rId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hortsLayout">
    <p:bg>
      <p:bgPr>
        <a:solidFill>
          <a:srgbClr val="2121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404790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07485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theme/theme1.xml><?xml version="1.0" encoding="utf-8"?>
<a:theme xmlns:a="http://schemas.openxmlformats.org/drawingml/2006/main" name="VideoLayout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29</TotalTime>
  <Words>0</Words>
  <Application>Microsoft Office PowerPoint</Application>
  <PresentationFormat>Широкоэкранный</PresentationFormat>
  <Paragraphs>0</Paragraphs>
  <Slides>0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1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0</vt:i4>
      </vt:variant>
    </vt:vector>
  </HeadingPairs>
  <TitlesOfParts>
    <vt:vector size="2" baseType="lpstr">
      <vt:lpstr>Arial</vt:lpstr>
      <vt:lpstr>VideoLayout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Монин Владимир Александрович</dc:creator>
  <cp:lastModifiedBy>Монин Владимир Александрович</cp:lastModifiedBy>
  <cp:revision>3</cp:revision>
  <dcterms:created xsi:type="dcterms:W3CDTF">2025-11-07T18:39:53Z</dcterms:created>
  <dcterms:modified xsi:type="dcterms:W3CDTF">2025-11-23T05:17:58Z</dcterms:modified>
</cp:coreProperties>
</file>